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CGwDfWvL5KkCED+GQpfDp0eOd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ru3LxAq_R4gbw7sqw5qdgaNCYYF0vNHy/view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Mu_NgmppEFbPyV77Fyqcd5KExGFcPdti/view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lz4rcPMarZZxZvdTah8q8_gVoFvK2s2r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aGqZKomx6jzzGa1RI6SndOjlBqKMK8vk/view" TargetMode="External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http://drive.google.com/file/d/137HgE4dy3DILtxA6KeV0oJ25EFmBpUur/view" TargetMode="External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3yk4afD2_rdXwM-WsZVkDRfWxAO8tWjU/view" TargetMode="External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bT9YoNpAodpEmFZjp77QUmtZlIq7e6Aq/view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hyperlink" Target="http://drive.google.com/file/d/1RgSsLuCyTih4MfoHeHShnVlvLRHeBojx/view" TargetMode="External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hyperlink" Target="http://drive.google.com/file/d/1BJFp1hEkTnlaqJPOUpUcgG6oUHyMF5yu/view" TargetMode="External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wm_Ue6nX4vFr9TmbwiKYykanMjCABjN3/view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USyTyKRf1xrOBVi9GO3vtfFy0bpH8wwY/view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PROJECT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 Schema ETL System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Recreating the BIClass Database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14400" y="366417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Members:</a:t>
            </a:r>
            <a:b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Andrew Laboy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• 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Ralph Cange</a:t>
            </a:r>
            <a:r>
              <a:rPr b="0" i="0" lang="en-US" sz="1200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Haroon Ahmed</a:t>
            </a:r>
            <a:b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Azm Karim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•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Mohamed Awad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•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Kazi Islam</a:t>
            </a: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Zenkai Gao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 title="2026-04-23 23-33-56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914400"/>
            <a:ext cx="3840480" cy="3657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1554480"/>
            <a:ext cx="3474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Transform messy source data into organized star schema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Build 10 dimension tables + 1 fact table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Implement ETL using SQL stored procedures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Track workflow execution times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• Create JDBC application interface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846320" y="914400"/>
            <a:ext cx="3840480" cy="3657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0" y="1554480"/>
            <a:ext cx="34747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Database: </a:t>
            </a: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DIClass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FileUpload.OriginallyLoadedData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Target: </a:t>
            </a: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Star schema (10 dims + 1 fact)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Technology: </a:t>
            </a: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SQL Server, Java JDBC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Team: </a:t>
            </a: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7 members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2" title="2026-04-23 23-40-56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25" y="4625325"/>
            <a:ext cx="365775" cy="3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Technical Architecture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Star Schema Design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474720" y="1828800"/>
            <a:ext cx="219456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3474720" y="1828800"/>
            <a:ext cx="21945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 TABLE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914400" y="13716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DimCustomer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3"/>
          <p:cNvCxnSpPr/>
          <p:nvPr/>
        </p:nvCxnSpPr>
        <p:spPr>
          <a:xfrm>
            <a:off x="2617125" y="1527350"/>
            <a:ext cx="927900" cy="33090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3"/>
          <p:cNvSpPr/>
          <p:nvPr/>
        </p:nvSpPr>
        <p:spPr>
          <a:xfrm>
            <a:off x="914400" y="2743200"/>
            <a:ext cx="1828800" cy="7315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914400" y="2743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DimProduct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3"/>
          <p:cNvCxnSpPr/>
          <p:nvPr/>
        </p:nvCxnSpPr>
        <p:spPr>
          <a:xfrm flipH="1" rot="10800000">
            <a:off x="2617125" y="2814785"/>
            <a:ext cx="1195200" cy="40320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"/>
          <p:cNvSpPr/>
          <p:nvPr/>
        </p:nvSpPr>
        <p:spPr>
          <a:xfrm>
            <a:off x="6035040" y="1371600"/>
            <a:ext cx="1828800" cy="7315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035040" y="13716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DimTerritory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3"/>
          <p:cNvCxnSpPr/>
          <p:nvPr/>
        </p:nvCxnSpPr>
        <p:spPr>
          <a:xfrm flipH="1" rot="10800000">
            <a:off x="5268775" y="1582550"/>
            <a:ext cx="1041600" cy="37860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3"/>
          <p:cNvSpPr/>
          <p:nvPr/>
        </p:nvSpPr>
        <p:spPr>
          <a:xfrm>
            <a:off x="6035040" y="2743200"/>
            <a:ext cx="1828800" cy="7315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035040" y="274320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DimDate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5360950" y="2814765"/>
            <a:ext cx="983400" cy="34350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+ 6 more dimension tables (Gender, Marital Status, Occupation, etc.)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3" title="2026-04-23 23-42-37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632960"/>
            <a:ext cx="358140" cy="358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Ralph Cange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Database Architect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Ralph Cange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Responsibilities: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57200" y="1737360"/>
            <a:ext cx="41148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Restored database from .bak file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Created DbSecurity.UserAuthorization table (7 members)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Created Process.WorkflowSteps table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Created DimProductCategory &amp; DimProductSubcategory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Added audit columns to ALL existing tables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Created PkSequence schema with 12 sequences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Bonus: Helper procedures for workflow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937760" y="15544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Key Deliverables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937760" y="1920240"/>
            <a:ext cx="3566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[Person 2: Add screenshot of SSMS showing your tables/sequences here]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74325" y="42976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Challenges &amp; Solutions: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i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Ralph</a:t>
            </a:r>
            <a:r>
              <a:rPr b="0" i="1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Every time I tried to DROP TABLE or DROP the UserAuthorization table, SQL Server didnt want to because other tables had foreign keys pointing to it.  I had  reverse the dependency chain before touching anything:</a:t>
            </a:r>
            <a:r>
              <a:rPr b="0" i="1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4" title="SSMS_PpQ7fwNaM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875" y="1371600"/>
            <a:ext cx="3931925" cy="292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4" title="2026-04-23 23-43-21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9750" y="494488"/>
            <a:ext cx="541850" cy="5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3: ETL Developer 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708663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Haroon Ahmed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2902200" y="727263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 Dimension Loader Stored Procedures: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7200" y="1042925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640080" y="118008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Load_DimCustomer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0080" y="150012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Loads all unique customer names from the raw data into a clean lookup table used by the fact table</a:t>
            </a: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Customer master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846320" y="1042925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5029200" y="118008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Load_DimGender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029200" y="150012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Loads the two gender values (M/F) from the raw data into a small reference table</a:t>
            </a: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Gender lookup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57200" y="2048765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40080" y="218592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Load_DimMaritalStatus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40080" y="250596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Loads distinct marital status codes (e.g. Married, Single) into a reference table</a:t>
            </a: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Marital status codes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846320" y="2048765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029200" y="218592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Load_DimOccupation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029200" y="250596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Occupation cateLoads all unique job categories from the raw data into a lookup tablegories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719350" y="2931730"/>
            <a:ext cx="4114800" cy="8229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2902230" y="306889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Load_DimOrderDate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2902230" y="3343318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Loads all unique order dates along with their month name, month number, and year into a date reference table</a:t>
            </a: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Date dimension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325" y="3842438"/>
            <a:ext cx="64389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 title="2026-04-23 23-43-55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02406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Person 4: ETL Developer 2</a:t>
            </a:r>
            <a:endParaRPr b="0" i="0" sz="28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Azm Karim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1371600"/>
            <a:ext cx="298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 Product Dimension Loaders: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57200" y="1828800"/>
            <a:ext cx="2988600" cy="822900"/>
          </a:xfrm>
          <a:prstGeom prst="rect">
            <a:avLst/>
          </a:prstGeom>
          <a:solidFill>
            <a:srgbClr val="CADCFC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57200" y="1828800"/>
            <a:ext cx="54864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57200" y="1828800"/>
            <a:ext cx="548640" cy="822960"/>
          </a:xfrm>
          <a:prstGeom prst="rect">
            <a:avLst/>
          </a:prstGeom>
          <a:noFill/>
          <a:ln cap="flat" cmpd="sng" w="9525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188721" y="1828862"/>
            <a:ext cx="211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Load_DimProductCategory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188722" y="2051513"/>
            <a:ext cx="22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to establish the root primary keys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2834650"/>
            <a:ext cx="2988600" cy="822900"/>
          </a:xfrm>
          <a:prstGeom prst="rect">
            <a:avLst/>
          </a:prstGeom>
          <a:solidFill>
            <a:srgbClr val="CADCFC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57200" y="2834640"/>
            <a:ext cx="548640" cy="822960"/>
          </a:xfrm>
          <a:prstGeom prst="rect">
            <a:avLst/>
          </a:prstGeom>
          <a:noFill/>
          <a:ln cap="flat" cmpd="sng" w="9525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188722" y="2834675"/>
            <a:ext cx="22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Load_DimProductSubcategory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188722" y="3188536"/>
            <a:ext cx="22572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next, using a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 </a:t>
            </a: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newly created Category table to correctly map the ProductCategoryKey </a:t>
            </a:r>
            <a:endParaRPr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3840475"/>
            <a:ext cx="2988600" cy="822900"/>
          </a:xfrm>
          <a:prstGeom prst="rect">
            <a:avLst/>
          </a:prstGeom>
          <a:solidFill>
            <a:srgbClr val="CADCFC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57200" y="3840480"/>
            <a:ext cx="54864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57200" y="3840480"/>
            <a:ext cx="548640" cy="822960"/>
          </a:xfrm>
          <a:prstGeom prst="rect">
            <a:avLst/>
          </a:prstGeom>
          <a:noFill/>
          <a:ln cap="flat" cmpd="sng" w="9525">
            <a:solidFill>
              <a:srgbClr val="2C3E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196396" y="3840511"/>
            <a:ext cx="151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Load_DimProduct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188722" y="4165787"/>
            <a:ext cx="22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Loaded DimProduct last, joining to the Subcategory table to resolve the ProductSubcategoryKey.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32600" y="466345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The product tables had to be loaded in a specific order because each one depends on the one before it. We loaded DimProductCategory first, then DimProductSubcategory, and finally DimProduct last. Loading them out of order would cause a foreign key error and break the entire ETL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673625" y="1371600"/>
            <a:ext cx="298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run results: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673625" y="1828713"/>
            <a:ext cx="5247000" cy="2834700"/>
          </a:xfrm>
          <a:prstGeom prst="rect">
            <a:avLst/>
          </a:prstGeom>
          <a:solidFill>
            <a:srgbClr val="CADCFC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46936" t="47998"/>
          <a:stretch/>
        </p:blipFill>
        <p:spPr>
          <a:xfrm>
            <a:off x="3963913" y="1964850"/>
            <a:ext cx="4666426" cy="256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 title="2026-04-23 23-50-29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34400" y="828222"/>
            <a:ext cx="446700" cy="4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5: ETL Developer 3 - FACT TABLE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Mohamed Awad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57200" y="1371600"/>
            <a:ext cx="3931920" cy="10972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Dimension Loaders: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0080" y="182880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Load_DimTerritory</a:t>
            </a:r>
            <a:b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Load_DimSalesManagers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754880" y="1371600"/>
            <a:ext cx="393192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937760" y="16916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⭐ FACT TABLE LOADER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Load_Data: The Most Complex Procedure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Challenge: </a:t>
            </a: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Join FileUpload.OriginallyLoadedData with ALL 10 dimension tables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INNER JOIN with each dimension to retrieve surrogate keys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Fact table populated with proper foreign key relationships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Challenges: Initially I faced challenges understanding the pipeline and debugging the SQL procedures. Writing the joins across many tables felt overwhelming and it was a way to ensure the join conditions are correct.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7" title="2026-04-23 23-51-30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4400" y="57914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6: Workflow Architect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Kazi Islam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Workflow Management &amp; Orchestration: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1828800"/>
            <a:ext cx="4114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594360" y="19202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usp_TrackWorkFlow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94360" y="219456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Logs execution times &amp; row counts for each SP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846320" y="1828800"/>
            <a:ext cx="4114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983480" y="192024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DropForeignKeys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983480" y="219456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Removes FK constraints before truncate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2560320"/>
            <a:ext cx="4114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94360" y="265176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TruncateStarSchema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94360" y="29260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Clears all dimension &amp; fact tables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846320" y="2560320"/>
            <a:ext cx="4114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983480" y="265176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AddForeignKeys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983480" y="29260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Recreates FK constraints after load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57200" y="3291840"/>
            <a:ext cx="4114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94360" y="33832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LoadStarSchemaData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94360" y="3657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Master orchestrator - calls all loaders in order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846320" y="3291840"/>
            <a:ext cx="4114800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983480" y="338328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usp_ShowWorkflowSteps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983480" y="36576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Query to display execution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[Person 6: Add workflow diagram or execution time results screenshot]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4211050"/>
            <a:ext cx="8503925" cy="81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8" title="2026-04-23 23-51-59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85225" y="830585"/>
            <a:ext cx="441950" cy="4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7: JDBC Developer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Zenkai Gao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Java JDBC Application: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1828800"/>
            <a:ext cx="4114800" cy="25603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40080" y="1874530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Application Features: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0080" y="2377440"/>
            <a:ext cx="3749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Database connection to </a:t>
            </a:r>
            <a:r>
              <a:rPr lang="en-US" sz="11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DLClass</a:t>
            </a:r>
            <a:b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GUI with two main buttons:</a:t>
            </a:r>
            <a:b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• Execute ETL - runs LoadStarSchemaData</a:t>
            </a:r>
            <a:b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  • Show Results - displays workflow data</a:t>
            </a:r>
            <a:b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JTable displays execution times and row counts</a:t>
            </a:r>
            <a:b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Error handling for database errors</a:t>
            </a:r>
            <a:b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8-minute demonstration video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754880" y="1828800"/>
            <a:ext cx="3931920" cy="25603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4937760" y="274320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[Person 7: Add screenshot of your Java GUI application here]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9" title="Screenshot 2026-04-23 2305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0225" y="1828800"/>
            <a:ext cx="3931926" cy="2606075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1" name="Google Shape;191;p9" title="2026-04-23 23-52-38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42225" y="887900"/>
            <a:ext cx="403825" cy="40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 1: Project Manager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400"/>
              <a:buFont typeface="Calibri"/>
              <a:buNone/>
            </a:pPr>
            <a:r>
              <a:rPr i="1" lang="en-US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Andrew Laboy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Coordination &amp; Analysis: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Coordinated 7-person team across </a:t>
            </a:r>
            <a:r>
              <a:rPr lang="en-US" sz="12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 timeline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Tracked dependencies and critical path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Created AI briefing packages for each team member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Wrote SQL analysis queries to measure performance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Assembled final deliverables (PowerPoint, videos, VHDX)</a:t>
            </a:r>
            <a:b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Recorded 12-minute SSMS demonstration video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Project Success Metrics: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✓ 80,095 total rows loaded | ✓ ETL completed in 4 seconds | ✓ 0 errors | ✓ Delivered on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0" title="2026-04-23 23-53-05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32750" y="182887"/>
            <a:ext cx="403825" cy="40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0" title="Screenshot 2026-04-24 0141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19200" y="981575"/>
            <a:ext cx="3959374" cy="332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1371600" y="1828800"/>
            <a:ext cx="6400800" cy="228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CADCFC"/>
              </a:highlight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3113050" y="198517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46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46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1" title="2026-04-23 23-53-40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2026-04-23T13:26:19Z</dcterms:created>
  <dc:creator>Project 2 Team</dc:creator>
</cp:coreProperties>
</file>